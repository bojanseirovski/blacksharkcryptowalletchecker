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3B82F6"/>
                </a:solidFill>
              </a:defRPr>
            </a:pPr>
            <a:r>
              <a:t>WalletChecker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9FAFB"/>
                </a:solidFill>
              </a:defRPr>
            </a:pPr>
            <a:r>
              <a:t>Crypto Wallet Transaction 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</a:defRPr>
            </a:pPr>
            <a:r>
              <a:t>React + TypeScript  |  BitGo SDK  |  SQLite  |  Anomaly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tLTC Testnet Demo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Web-based crypto wallet monitor built with React + Vite + TypeScript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Uses BitGo REST API to send tLTC (Litecoin Testnet) transactions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Integrates with an external anomaly detection API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Transactions are validated before sending — flagged as OK or Anomalous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SQLite database (sql.js WASM) persists all transaction history in-browser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Dark-themed UI with login, dashboard, and send transaction 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</a:defRPr>
            </a:pPr>
            <a: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React 18 + TypeScript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Vite (dev server + bundler)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React Router DOM (navigation)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sql.js (SQLite via WebAssembly)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Axios (HTTP client)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BitGo REST API (tLTC testnet)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</a:defRPr>
            </a:pPr>
            <a:r>
              <a:t>Project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src/pages/        →  Login, Dashboard, Send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src/services/     →  API client, BitGo wrapper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src/db/              →  SQLite (WASM) database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src/context/      →  Auth state management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src/config/        →  Environment variables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src/types/          →  TypeScript interfaces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Authentication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Email + password form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Demo credentials: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     druid0101@gmail.com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     123456789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Validates against hardcoded values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Sets auth state in React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Register button on login page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Immediately authenticates user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Redirects to dashboard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No registration form (demo mode)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•  Protected routes via React Router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Displays wallet address (tLTC) from environment config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Lists all transactions from SQLite database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Each transaction shows: amount, destination, timestamp, tx hash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Status badges:</a:t>
            </a:r>
          </a:p>
          <a:p>
            <a:pPr>
              <a:spcAft>
                <a:spcPts val="800"/>
              </a:spcAft>
              <a:defRPr sz="2000">
                <a:solidFill>
                  <a:srgbClr val="10B981"/>
                </a:solidFill>
              </a:defRPr>
            </a:pPr>
            <a:r>
              <a:t>     ●  OK — Transaction passed anomaly check and was sent</a:t>
            </a:r>
          </a:p>
          <a:p>
            <a:pPr>
              <a:spcAft>
                <a:spcPts val="800"/>
              </a:spcAft>
              <a:defRPr sz="2000">
                <a:solidFill>
                  <a:srgbClr val="EF4444"/>
                </a:solidFill>
              </a:defRPr>
            </a:pPr>
            <a:r>
              <a:t>     ●  ANOMALOUS — Transaction flagged by API, not sent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Send button navigates to transaction form</a:t>
            </a:r>
          </a:p>
          <a:p>
            <a:pPr>
              <a:spcAft>
                <a:spcPts val="800"/>
              </a:spcAft>
              <a:defRPr sz="2000">
                <a:solidFill>
                  <a:srgbClr val="F9FAFB"/>
                </a:solidFill>
              </a:defRPr>
            </a:pPr>
            <a:r>
              <a:t>•  Sign out button to return to login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Transaction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011680" cy="29260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9FAFB"/>
                </a:solidFill>
              </a:defRPr>
            </a:pPr>
            <a:r>
              <a:t>User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A3AF"/>
                </a:solidFill>
              </a:defRPr>
            </a:pPr>
            <a:r>
              <a:t>Enter amount +</a:t>
            </a:r>
            <a:br/>
            <a:r>
              <a:t>destination address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645920"/>
            <a:ext cx="2011680" cy="29260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BBF24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9FAFB"/>
                </a:solidFill>
              </a:defRPr>
            </a:pPr>
            <a:r>
              <a:t>API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9260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A3AF"/>
                </a:solidFill>
              </a:defRPr>
            </a:pPr>
            <a:r>
              <a:t>Send to anomaly</a:t>
            </a:r>
            <a:br/>
            <a:r>
              <a:t>detection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645920"/>
            <a:ext cx="2011680" cy="29260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79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9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9FAFB"/>
                </a:solidFill>
              </a:defRPr>
            </a:pPr>
            <a:r>
              <a:t>Status: 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9" y="29260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A3AF"/>
                </a:solidFill>
              </a:defRPr>
            </a:pPr>
            <a:r>
              <a:t>Send tLTC via</a:t>
            </a:r>
            <a:br/>
            <a:r>
              <a:t>BitGo REST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645920"/>
            <a:ext cx="2011680" cy="29260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F4444"/>
                </a:solidFill>
              </a:defRPr>
            </a:pPr>
            <a:r>
              <a:t>3b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9FAFB"/>
                </a:solidFill>
              </a:defRPr>
            </a:pPr>
            <a:r>
              <a:t>Status: 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9260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A3AF"/>
                </a:solidFill>
              </a:defRPr>
            </a:pPr>
            <a:r>
              <a:t>Mark transaction</a:t>
            </a:r>
            <a:br/>
            <a:r>
              <a:t>as anomalous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1645920"/>
            <a:ext cx="2011680" cy="292608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828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B82F6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377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9FAFB"/>
                </a:solidFill>
              </a:defRPr>
            </a:pPr>
            <a:r>
              <a:t>Persist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2608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CA3AF"/>
                </a:solidFill>
              </a:defRPr>
            </a:pPr>
            <a:r>
              <a:t>Save to SQLite</a:t>
            </a:r>
            <a:br/>
            <a:r>
              <a:t>with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</a:defRPr>
            </a:pPr>
            <a:r>
              <a:t>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</a:defRPr>
            </a:pPr>
            <a:r>
              <a:t>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</a:defRPr>
            </a:pPr>
            <a:r>
              <a:t>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560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9CA3AF"/>
                </a:solidFill>
              </a:defRPr>
            </a:pPr>
            <a:r>
              <a:t>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Payload sent to API:  { amount, wallet_address, timestamp, wallet_age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BitGo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Uses BitGo REST API directly (not the Node.js SDK)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Endpoint: test.bitgo.com/api/v2/tltc/wallet/{id}/sendcoins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Network: tLTC (Litecoin Testnet)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Amount converted to litoshis (1 LTC = 100,000,000 litoshis)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Authentication via Bearer token from environment config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Configuration via .env file:</a:t>
            </a:r>
          </a:p>
          <a:p>
            <a:pPr>
              <a:spcAft>
                <a:spcPts val="800"/>
              </a:spcAft>
              <a:defRPr sz="1800">
                <a:solidFill>
                  <a:srgbClr val="9CA3AF"/>
                </a:solidFill>
              </a:defRPr>
            </a:pPr>
            <a:r>
              <a:t>     VITE_BITGO_ACCESS_TOKEN    →  API access token</a:t>
            </a:r>
          </a:p>
          <a:p>
            <a:pPr>
              <a:spcAft>
                <a:spcPts val="800"/>
              </a:spcAft>
              <a:defRPr sz="1800">
                <a:solidFill>
                  <a:srgbClr val="9CA3AF"/>
                </a:solidFill>
              </a:defRPr>
            </a:pPr>
            <a:r>
              <a:t>     VITE_BITGO_WALLET_ID            →  Wallet identifier</a:t>
            </a:r>
          </a:p>
          <a:p>
            <a:pPr>
              <a:spcAft>
                <a:spcPts val="800"/>
              </a:spcAft>
              <a:defRPr sz="1800">
                <a:solidFill>
                  <a:srgbClr val="9CA3AF"/>
                </a:solidFill>
              </a:defRPr>
            </a:pPr>
            <a:r>
              <a:t>     VITE_BITGO_WALLET_PASSPHRASE  →  Wallet passphrase</a:t>
            </a:r>
          </a:p>
          <a:p>
            <a:pPr>
              <a:spcAft>
                <a:spcPts val="800"/>
              </a:spcAft>
              <a:defRPr sz="1800">
                <a:solidFill>
                  <a:srgbClr val="9CA3AF"/>
                </a:solidFill>
              </a:defRPr>
            </a:pPr>
            <a:r>
              <a:t>     VITE_WALLET_ADDRESS              →  Source tLTC address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SQLite Database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64008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</a:defRPr>
            </a:pPr>
            <a:r>
              <a:t>transactions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CA3AF"/>
                </a:solidFill>
              </a:defRPr>
            </a:pPr>
            <a:r>
              <a:t>id  |  amount  |  destination_address  |  timestamp  |  wallet_age  |  status  |  tx_hash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sql.js — SQLite compiled to WebAssembly, runs entirely in-browser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Database binary exported and persisted to localStorage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Survives page refreshes; full SQL query support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Status column: 'ok' or 'anomalous' (CHECK constraint)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tx_hash is NULL for anomalous transactions (crypto never sent)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Anomaly Detection Integration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2286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</a:defRPr>
            </a:pPr>
            <a:r>
              <a:t>Request → External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</a:defRPr>
            </a:pPr>
            <a:r>
              <a:t>POST  {API_URL}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</a:defRPr>
            </a:pPr>
            <a:r>
              <a:t>Body: { amount, wallet_address,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</a:defRPr>
            </a:pPr>
            <a:r>
              <a:t>        timestamp, wallet_age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21031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</a:defRPr>
            </a:pPr>
            <a:r>
              <a:t>Response: { status: 'ok' | 'error',</a:t>
            </a:r>
          </a:p>
          <a:p>
            <a:pPr>
              <a:spcAft>
                <a:spcPts val="800"/>
              </a:spcAft>
              <a:defRPr sz="1600">
                <a:solidFill>
                  <a:srgbClr val="F9FAFB"/>
                </a:solidFill>
              </a:defRPr>
            </a:pPr>
            <a:r>
              <a:t>            message?: string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0B981"/>
                </a:solidFill>
              </a:defRPr>
            </a:pPr>
            <a:r>
              <a:t>•  status: 'ok'  →  Proceed with BitGo transaction, save as OK</a:t>
            </a:r>
          </a:p>
          <a:p>
            <a:pPr>
              <a:spcAft>
                <a:spcPts val="800"/>
              </a:spcAft>
              <a:defRPr sz="1800">
                <a:solidFill>
                  <a:srgbClr val="EF4444"/>
                </a:solidFill>
              </a:defRPr>
            </a:pPr>
            <a:r>
              <a:t>•  status: 'error'  →  Block transaction, save as ANOMALOUS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API unreachable  →  Treated as error (fail-safe)</a:t>
            </a:r>
          </a:p>
          <a:p>
            <a:pPr>
              <a:spcAft>
                <a:spcPts val="800"/>
              </a:spcAft>
              <a:defRPr sz="1800">
                <a:solidFill>
                  <a:srgbClr val="F9FAFB"/>
                </a:solidFill>
              </a:defRPr>
            </a:pPr>
            <a:r>
              <a:t>•  API URL configured via VITE_API_URL environment variable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B82F6"/>
                </a:solidFill>
              </a:defRPr>
            </a:pPr>
            <a:r>
              <a:t>Running the Application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457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1.  cd walletchecker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2.  npm install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3.  Configure .env with BitGo credentials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4.  npm run dev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Opens at http://localhost:8080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572000"/>
          </a:xfrm>
          <a:prstGeom prst="round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</a:defRPr>
            </a:pPr>
            <a:r>
              <a:t>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npm run dev       →  Start dev server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npm run build    →  Production build</a:t>
            </a:r>
          </a:p>
          <a:p>
            <a:pPr>
              <a:spcAft>
                <a:spcPts val="800"/>
              </a:spcAft>
              <a:defRPr sz="1700">
                <a:solidFill>
                  <a:srgbClr val="F9FAFB"/>
                </a:solidFill>
              </a:defRPr>
            </a:pPr>
            <a:r>
              <a:t>npm run preview  →  Preview build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Vite: instant HMR, ~255ms startup</a:t>
            </a:r>
          </a:p>
          <a:p>
            <a:pPr>
              <a:spcAft>
                <a:spcPts val="800"/>
              </a:spcAft>
              <a:defRPr sz="1700">
                <a:solidFill>
                  <a:srgbClr val="9CA3AF"/>
                </a:solidFill>
              </a:defRPr>
            </a:pPr>
            <a:r>
              <a:t>TypeScript: strict mode, zero errors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